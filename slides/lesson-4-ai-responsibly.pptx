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laypen Sans" charset="1" panose="00000000000000000000"/>
      <p:regular r:id="rId15"/>
    </p:embeddedFont>
    <p:embeddedFont>
      <p:font typeface="Bobby Jones Sof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34814" y="6615871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5318" y="-442468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31854" y="6795540"/>
            <a:ext cx="11424292" cy="271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66"/>
              </a:lnSpc>
            </a:pPr>
            <a:r>
              <a:rPr lang="en-US" sz="159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Responsibly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3368734" y="681999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79636" y="-3404535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8"/>
                </a:lnTo>
                <a:lnTo>
                  <a:pt x="0" y="5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95673" y="153477"/>
            <a:ext cx="8879228" cy="282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54"/>
              </a:lnSpc>
            </a:pPr>
            <a:r>
              <a:rPr lang="en-US" sz="1646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Using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089481" y="2812941"/>
            <a:ext cx="4109038" cy="5190284"/>
            <a:chOff x="0" y="0"/>
            <a:chExt cx="5478718" cy="692037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667785"/>
              <a:ext cx="5478718" cy="5432327"/>
              <a:chOff x="0" y="0"/>
              <a:chExt cx="1269733" cy="12589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69733" cy="1258982"/>
              </a:xfrm>
              <a:custGeom>
                <a:avLst/>
                <a:gdLst/>
                <a:ahLst/>
                <a:cxnLst/>
                <a:rect r="r" b="b" t="t" l="l"/>
                <a:pathLst>
                  <a:path h="1258982" w="1269733">
                    <a:moveTo>
                      <a:pt x="81899" y="0"/>
                    </a:moveTo>
                    <a:lnTo>
                      <a:pt x="1187834" y="0"/>
                    </a:lnTo>
                    <a:cubicBezTo>
                      <a:pt x="1209555" y="0"/>
                      <a:pt x="1230386" y="8629"/>
                      <a:pt x="1245745" y="23988"/>
                    </a:cubicBezTo>
                    <a:cubicBezTo>
                      <a:pt x="1261105" y="39347"/>
                      <a:pt x="1269733" y="60178"/>
                      <a:pt x="1269733" y="81899"/>
                    </a:cubicBezTo>
                    <a:lnTo>
                      <a:pt x="1269733" y="1177083"/>
                    </a:lnTo>
                    <a:cubicBezTo>
                      <a:pt x="1269733" y="1222314"/>
                      <a:pt x="1233066" y="1258982"/>
                      <a:pt x="1187834" y="1258982"/>
                    </a:cubicBezTo>
                    <a:lnTo>
                      <a:pt x="81899" y="1258982"/>
                    </a:lnTo>
                    <a:cubicBezTo>
                      <a:pt x="36668" y="1258982"/>
                      <a:pt x="0" y="1222314"/>
                      <a:pt x="0" y="1177083"/>
                    </a:cubicBezTo>
                    <a:lnTo>
                      <a:pt x="0" y="81899"/>
                    </a:lnTo>
                    <a:cubicBezTo>
                      <a:pt x="0" y="36668"/>
                      <a:pt x="36668" y="0"/>
                      <a:pt x="81899" y="0"/>
                    </a:cubicBezTo>
                    <a:close/>
                  </a:path>
                </a:pathLst>
              </a:custGeom>
              <a:solidFill>
                <a:srgbClr val="7E94B7"/>
              </a:solidFill>
              <a:ln w="1047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69733" cy="12970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06562" y="-733425"/>
              <a:ext cx="5265594" cy="76538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729"/>
                </a:lnSpc>
              </a:pPr>
              <a:r>
                <a:rPr lang="en-US" sz="34092">
                  <a:solidFill>
                    <a:srgbClr val="ED9D9D"/>
                  </a:solidFill>
                  <a:latin typeface="Bobby Jones Soft"/>
                  <a:ea typeface="Bobby Jones Soft"/>
                  <a:cs typeface="Bobby Jones Soft"/>
                  <a:sym typeface="Bobby Jones Soft"/>
                </a:rPr>
                <a:t>AI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51779" y="-3476088"/>
            <a:ext cx="27956790" cy="17694354"/>
            <a:chOff x="0" y="0"/>
            <a:chExt cx="37275720" cy="23592472"/>
          </a:xfrm>
        </p:grpSpPr>
        <p:sp>
          <p:nvSpPr>
            <p:cNvPr name="Freeform 3" id="3"/>
            <p:cNvSpPr/>
            <p:nvPr/>
          </p:nvSpPr>
          <p:spPr>
            <a:xfrm flipH="false" flipV="false" rot="-3078662">
              <a:off x="27589929" y="1763020"/>
              <a:ext cx="8212438" cy="7719692"/>
            </a:xfrm>
            <a:custGeom>
              <a:avLst/>
              <a:gdLst/>
              <a:ahLst/>
              <a:cxnLst/>
              <a:rect r="r" b="b" t="t" l="l"/>
              <a:pathLst>
                <a:path h="7719692" w="8212438">
                  <a:moveTo>
                    <a:pt x="0" y="0"/>
                  </a:moveTo>
                  <a:lnTo>
                    <a:pt x="8212438" y="0"/>
                  </a:lnTo>
                  <a:lnTo>
                    <a:pt x="8212438" y="7719691"/>
                  </a:lnTo>
                  <a:lnTo>
                    <a:pt x="0" y="771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644776">
              <a:off x="1315993" y="1457088"/>
              <a:ext cx="8212438" cy="7719692"/>
            </a:xfrm>
            <a:custGeom>
              <a:avLst/>
              <a:gdLst/>
              <a:ahLst/>
              <a:cxnLst/>
              <a:rect r="r" b="b" t="t" l="l"/>
              <a:pathLst>
                <a:path h="7719692" w="8212438">
                  <a:moveTo>
                    <a:pt x="0" y="0"/>
                  </a:moveTo>
                  <a:lnTo>
                    <a:pt x="8212438" y="0"/>
                  </a:lnTo>
                  <a:lnTo>
                    <a:pt x="8212438" y="7719692"/>
                  </a:lnTo>
                  <a:lnTo>
                    <a:pt x="0" y="7719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201086" y="15872780"/>
              <a:ext cx="8212438" cy="7719692"/>
            </a:xfrm>
            <a:custGeom>
              <a:avLst/>
              <a:gdLst/>
              <a:ahLst/>
              <a:cxnLst/>
              <a:rect r="r" b="b" t="t" l="l"/>
              <a:pathLst>
                <a:path h="7719692" w="8212438">
                  <a:moveTo>
                    <a:pt x="0" y="0"/>
                  </a:moveTo>
                  <a:lnTo>
                    <a:pt x="8212439" y="0"/>
                  </a:lnTo>
                  <a:lnTo>
                    <a:pt x="8212439" y="7719692"/>
                  </a:lnTo>
                  <a:lnTo>
                    <a:pt x="0" y="7719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4769298">
              <a:off x="27237115" y="13928483"/>
              <a:ext cx="8212438" cy="7719692"/>
            </a:xfrm>
            <a:custGeom>
              <a:avLst/>
              <a:gdLst/>
              <a:ahLst/>
              <a:cxnLst/>
              <a:rect r="r" b="b" t="t" l="l"/>
              <a:pathLst>
                <a:path h="7719692" w="8212438">
                  <a:moveTo>
                    <a:pt x="0" y="0"/>
                  </a:moveTo>
                  <a:lnTo>
                    <a:pt x="8212438" y="0"/>
                  </a:lnTo>
                  <a:lnTo>
                    <a:pt x="8212438" y="7719691"/>
                  </a:lnTo>
                  <a:lnTo>
                    <a:pt x="0" y="7719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7" id="7"/>
            <p:cNvGrpSpPr/>
            <p:nvPr/>
          </p:nvGrpSpPr>
          <p:grpSpPr>
            <a:xfrm rot="0">
              <a:off x="8424323" y="9738679"/>
              <a:ext cx="19406765" cy="5163012"/>
              <a:chOff x="0" y="0"/>
              <a:chExt cx="4497661" cy="119656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497661" cy="1196566"/>
              </a:xfrm>
              <a:custGeom>
                <a:avLst/>
                <a:gdLst/>
                <a:ahLst/>
                <a:cxnLst/>
                <a:rect r="r" b="b" t="t" l="l"/>
                <a:pathLst>
                  <a:path h="1196566" w="4497661">
                    <a:moveTo>
                      <a:pt x="27127" y="0"/>
                    </a:moveTo>
                    <a:lnTo>
                      <a:pt x="4470534" y="0"/>
                    </a:lnTo>
                    <a:cubicBezTo>
                      <a:pt x="4485515" y="0"/>
                      <a:pt x="4497661" y="12145"/>
                      <a:pt x="4497661" y="27127"/>
                    </a:cubicBezTo>
                    <a:lnTo>
                      <a:pt x="4497661" y="1169439"/>
                    </a:lnTo>
                    <a:cubicBezTo>
                      <a:pt x="4497661" y="1176633"/>
                      <a:pt x="4494803" y="1183533"/>
                      <a:pt x="4489715" y="1188621"/>
                    </a:cubicBezTo>
                    <a:cubicBezTo>
                      <a:pt x="4484628" y="1193708"/>
                      <a:pt x="4477728" y="1196566"/>
                      <a:pt x="4470534" y="1196566"/>
                    </a:cubicBezTo>
                    <a:lnTo>
                      <a:pt x="27127" y="1196566"/>
                    </a:lnTo>
                    <a:cubicBezTo>
                      <a:pt x="19933" y="1196566"/>
                      <a:pt x="13033" y="1193708"/>
                      <a:pt x="7945" y="1188621"/>
                    </a:cubicBezTo>
                    <a:cubicBezTo>
                      <a:pt x="2858" y="1183533"/>
                      <a:pt x="0" y="1176633"/>
                      <a:pt x="0" y="1169439"/>
                    </a:cubicBezTo>
                    <a:lnTo>
                      <a:pt x="0" y="27127"/>
                    </a:lnTo>
                    <a:cubicBezTo>
                      <a:pt x="0" y="19933"/>
                      <a:pt x="2858" y="13033"/>
                      <a:pt x="7945" y="7945"/>
                    </a:cubicBezTo>
                    <a:cubicBezTo>
                      <a:pt x="13033" y="2858"/>
                      <a:pt x="19933" y="0"/>
                      <a:pt x="27127" y="0"/>
                    </a:cubicBezTo>
                    <a:close/>
                  </a:path>
                </a:pathLst>
              </a:custGeom>
              <a:solidFill>
                <a:srgbClr val="7E94B7"/>
              </a:solidFill>
              <a:ln w="666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4497661" cy="1234666"/>
              </a:xfrm>
              <a:prstGeom prst="rect">
                <a:avLst/>
              </a:prstGeom>
            </p:spPr>
            <p:txBody>
              <a:bodyPr anchor="ctr" rtlCol="false" tIns="43298" lIns="43298" bIns="43298" rIns="432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9673322" y="8083877"/>
              <a:ext cx="16908768" cy="3309604"/>
              <a:chOff x="0" y="0"/>
              <a:chExt cx="3918731" cy="76702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18731" cy="767025"/>
              </a:xfrm>
              <a:custGeom>
                <a:avLst/>
                <a:gdLst/>
                <a:ahLst/>
                <a:cxnLst/>
                <a:rect r="r" b="b" t="t" l="l"/>
                <a:pathLst>
                  <a:path h="767025" w="3918731">
                    <a:moveTo>
                      <a:pt x="31135" y="0"/>
                    </a:moveTo>
                    <a:lnTo>
                      <a:pt x="3887596" y="0"/>
                    </a:lnTo>
                    <a:cubicBezTo>
                      <a:pt x="3895854" y="0"/>
                      <a:pt x="3903773" y="3280"/>
                      <a:pt x="3909612" y="9119"/>
                    </a:cubicBezTo>
                    <a:cubicBezTo>
                      <a:pt x="3915451" y="14958"/>
                      <a:pt x="3918731" y="22877"/>
                      <a:pt x="3918731" y="31135"/>
                    </a:cubicBezTo>
                    <a:lnTo>
                      <a:pt x="3918731" y="735890"/>
                    </a:lnTo>
                    <a:cubicBezTo>
                      <a:pt x="3918731" y="753086"/>
                      <a:pt x="3904792" y="767025"/>
                      <a:pt x="3887596" y="767025"/>
                    </a:cubicBezTo>
                    <a:lnTo>
                      <a:pt x="31135" y="767025"/>
                    </a:lnTo>
                    <a:cubicBezTo>
                      <a:pt x="13940" y="767025"/>
                      <a:pt x="0" y="753086"/>
                      <a:pt x="0" y="735890"/>
                    </a:cubicBezTo>
                    <a:lnTo>
                      <a:pt x="0" y="31135"/>
                    </a:lnTo>
                    <a:cubicBezTo>
                      <a:pt x="0" y="13940"/>
                      <a:pt x="13940" y="0"/>
                      <a:pt x="31135" y="0"/>
                    </a:cubicBezTo>
                    <a:close/>
                  </a:path>
                </a:pathLst>
              </a:custGeom>
              <a:solidFill>
                <a:srgbClr val="ED9D9D"/>
              </a:solidFill>
              <a:ln w="666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18731" cy="805125"/>
              </a:xfrm>
              <a:prstGeom prst="rect">
                <a:avLst/>
              </a:prstGeom>
            </p:spPr>
            <p:txBody>
              <a:bodyPr anchor="ctr" rtlCol="false" tIns="43298" lIns="43298" bIns="43298" rIns="4329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309762" y="11716079"/>
              <a:ext cx="18521326" cy="25567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39"/>
                </a:lnSpc>
              </a:pPr>
              <a:r>
                <a:rPr lang="en-US" sz="5599">
                  <a:solidFill>
                    <a:srgbClr val="000000"/>
                  </a:solidFill>
                  <a:latin typeface="Playpen Sans"/>
                  <a:ea typeface="Playpen Sans"/>
                  <a:cs typeface="Playpen Sans"/>
                  <a:sym typeface="Playpen Sans"/>
                </a:rPr>
                <a:t>Should students copy AI answers without understanding?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9268620" y="8321637"/>
              <a:ext cx="17718170" cy="2705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800"/>
                </a:lnSpc>
              </a:pPr>
              <a:r>
                <a:rPr lang="en-US" sz="12000">
                  <a:solidFill>
                    <a:srgbClr val="FFFFFF"/>
                  </a:solidFill>
                  <a:latin typeface="Bobby Jones Soft"/>
                  <a:ea typeface="Bobby Jones Soft"/>
                  <a:cs typeface="Bobby Jones Soft"/>
                  <a:sym typeface="Bobby Jones Soft"/>
                </a:rPr>
                <a:t>Warm-up question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859461">
            <a:off x="-4153949" y="-186618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8"/>
                </a:lnTo>
                <a:lnTo>
                  <a:pt x="0" y="57897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9298">
            <a:off x="16404684" y="7153971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025393" y="597479"/>
            <a:ext cx="7701340" cy="2482203"/>
            <a:chOff x="0" y="0"/>
            <a:chExt cx="2379790" cy="7670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9790" cy="767025"/>
            </a:xfrm>
            <a:custGeom>
              <a:avLst/>
              <a:gdLst/>
              <a:ahLst/>
              <a:cxnLst/>
              <a:rect r="r" b="b" t="t" l="l"/>
              <a:pathLst>
                <a:path h="767025" w="2379790">
                  <a:moveTo>
                    <a:pt x="51269" y="0"/>
                  </a:moveTo>
                  <a:lnTo>
                    <a:pt x="2328521" y="0"/>
                  </a:lnTo>
                  <a:cubicBezTo>
                    <a:pt x="2342118" y="0"/>
                    <a:pt x="2355159" y="5402"/>
                    <a:pt x="2364773" y="15016"/>
                  </a:cubicBezTo>
                  <a:cubicBezTo>
                    <a:pt x="2374388" y="24631"/>
                    <a:pt x="2379790" y="37671"/>
                    <a:pt x="2379790" y="51269"/>
                  </a:cubicBezTo>
                  <a:lnTo>
                    <a:pt x="2379790" y="715756"/>
                  </a:lnTo>
                  <a:cubicBezTo>
                    <a:pt x="2379790" y="744071"/>
                    <a:pt x="2356836" y="767025"/>
                    <a:pt x="2328521" y="767025"/>
                  </a:cubicBezTo>
                  <a:lnTo>
                    <a:pt x="51269" y="767025"/>
                  </a:lnTo>
                  <a:cubicBezTo>
                    <a:pt x="22954" y="767025"/>
                    <a:pt x="0" y="744071"/>
                    <a:pt x="0" y="715756"/>
                  </a:cubicBezTo>
                  <a:lnTo>
                    <a:pt x="0" y="51269"/>
                  </a:lnTo>
                  <a:cubicBezTo>
                    <a:pt x="0" y="22954"/>
                    <a:pt x="22954" y="0"/>
                    <a:pt x="51269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379790" cy="80512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92901" y="3620359"/>
            <a:ext cx="7064983" cy="5589071"/>
            <a:chOff x="0" y="0"/>
            <a:chExt cx="1735033" cy="13725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5033" cy="1372575"/>
            </a:xfrm>
            <a:custGeom>
              <a:avLst/>
              <a:gdLst/>
              <a:ahLst/>
              <a:cxnLst/>
              <a:rect r="r" b="b" t="t" l="l"/>
              <a:pathLst>
                <a:path h="1372575" w="1735033">
                  <a:moveTo>
                    <a:pt x="55887" y="0"/>
                  </a:moveTo>
                  <a:lnTo>
                    <a:pt x="1679147" y="0"/>
                  </a:lnTo>
                  <a:cubicBezTo>
                    <a:pt x="1710012" y="0"/>
                    <a:pt x="1735033" y="25021"/>
                    <a:pt x="1735033" y="55887"/>
                  </a:cubicBezTo>
                  <a:lnTo>
                    <a:pt x="1735033" y="1316689"/>
                  </a:lnTo>
                  <a:cubicBezTo>
                    <a:pt x="1735033" y="1347554"/>
                    <a:pt x="1710012" y="1372575"/>
                    <a:pt x="1679147" y="1372575"/>
                  </a:cubicBezTo>
                  <a:lnTo>
                    <a:pt x="55887" y="1372575"/>
                  </a:lnTo>
                  <a:cubicBezTo>
                    <a:pt x="41065" y="1372575"/>
                    <a:pt x="26850" y="1366687"/>
                    <a:pt x="16369" y="1356207"/>
                  </a:cubicBezTo>
                  <a:cubicBezTo>
                    <a:pt x="5888" y="1345726"/>
                    <a:pt x="0" y="1331511"/>
                    <a:pt x="0" y="1316689"/>
                  </a:cubicBezTo>
                  <a:lnTo>
                    <a:pt x="0" y="55887"/>
                  </a:lnTo>
                  <a:cubicBezTo>
                    <a:pt x="0" y="41065"/>
                    <a:pt x="5888" y="26850"/>
                    <a:pt x="16369" y="16369"/>
                  </a:cubicBezTo>
                  <a:cubicBezTo>
                    <a:pt x="26850" y="5888"/>
                    <a:pt x="41065" y="0"/>
                    <a:pt x="55887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35033" cy="141067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33148" y="4120070"/>
            <a:ext cx="5898859" cy="449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1"/>
              </a:lnSpc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Good</a:t>
            </a:r>
          </a:p>
          <a:p>
            <a:pPr algn="l" marL="916314" indent="-458157" lvl="1">
              <a:lnSpc>
                <a:spcPts val="5941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Asking for help on confusing words</a:t>
            </a:r>
          </a:p>
          <a:p>
            <a:pPr algn="l" marL="916314" indent="-458157" lvl="1">
              <a:lnSpc>
                <a:spcPts val="5941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Brainstorming ideas</a:t>
            </a:r>
          </a:p>
          <a:p>
            <a:pPr algn="l" marL="916314" indent="-458157" lvl="1">
              <a:lnSpc>
                <a:spcPts val="5941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60091" y="550777"/>
            <a:ext cx="6631944" cy="242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42"/>
              </a:lnSpc>
            </a:pPr>
            <a:r>
              <a:rPr lang="en-US" sz="6887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Good vs bad</a:t>
            </a:r>
          </a:p>
          <a:p>
            <a:pPr algn="ctr">
              <a:lnSpc>
                <a:spcPts val="9642"/>
              </a:lnSpc>
            </a:pPr>
            <a:r>
              <a:rPr lang="en-US" sz="6887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uses of ai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33572" y="3620359"/>
            <a:ext cx="8659717" cy="5589071"/>
            <a:chOff x="0" y="0"/>
            <a:chExt cx="2126671" cy="1372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6671" cy="1372575"/>
            </a:xfrm>
            <a:custGeom>
              <a:avLst/>
              <a:gdLst/>
              <a:ahLst/>
              <a:cxnLst/>
              <a:rect r="r" b="b" t="t" l="l"/>
              <a:pathLst>
                <a:path h="1372575" w="2126671">
                  <a:moveTo>
                    <a:pt x="45595" y="0"/>
                  </a:moveTo>
                  <a:lnTo>
                    <a:pt x="2081076" y="0"/>
                  </a:lnTo>
                  <a:cubicBezTo>
                    <a:pt x="2093169" y="0"/>
                    <a:pt x="2104766" y="4804"/>
                    <a:pt x="2113317" y="13354"/>
                  </a:cubicBezTo>
                  <a:cubicBezTo>
                    <a:pt x="2121867" y="21905"/>
                    <a:pt x="2126671" y="33502"/>
                    <a:pt x="2126671" y="45595"/>
                  </a:cubicBezTo>
                  <a:lnTo>
                    <a:pt x="2126671" y="1326981"/>
                  </a:lnTo>
                  <a:cubicBezTo>
                    <a:pt x="2126671" y="1352162"/>
                    <a:pt x="2106257" y="1372575"/>
                    <a:pt x="2081076" y="1372575"/>
                  </a:cubicBezTo>
                  <a:lnTo>
                    <a:pt x="45595" y="1372575"/>
                  </a:lnTo>
                  <a:cubicBezTo>
                    <a:pt x="33502" y="1372575"/>
                    <a:pt x="21905" y="1367772"/>
                    <a:pt x="13354" y="1359221"/>
                  </a:cubicBezTo>
                  <a:cubicBezTo>
                    <a:pt x="4804" y="1350670"/>
                    <a:pt x="0" y="1339073"/>
                    <a:pt x="0" y="1326981"/>
                  </a:cubicBezTo>
                  <a:lnTo>
                    <a:pt x="0" y="45595"/>
                  </a:lnTo>
                  <a:cubicBezTo>
                    <a:pt x="0" y="33502"/>
                    <a:pt x="4804" y="21905"/>
                    <a:pt x="13354" y="13354"/>
                  </a:cubicBezTo>
                  <a:cubicBezTo>
                    <a:pt x="21905" y="4804"/>
                    <a:pt x="33502" y="0"/>
                    <a:pt x="45595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26671" cy="141067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75908" y="4120070"/>
            <a:ext cx="7108262" cy="449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2"/>
              </a:lnSpc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Bad</a:t>
            </a:r>
          </a:p>
          <a:p>
            <a:pPr algn="l" marL="916422" indent="-458211" lvl="1">
              <a:lnSpc>
                <a:spcPts val="5942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Cheating</a:t>
            </a:r>
          </a:p>
          <a:p>
            <a:pPr algn="l" marL="916422" indent="-458211" lvl="1">
              <a:lnSpc>
                <a:spcPts val="5942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Sharing personal information</a:t>
            </a:r>
          </a:p>
          <a:p>
            <a:pPr algn="l" marL="916422" indent="-458211" lvl="1">
              <a:lnSpc>
                <a:spcPts val="5942"/>
              </a:lnSpc>
              <a:buFont typeface="Arial"/>
              <a:buChar char="•"/>
            </a:pPr>
            <a:r>
              <a:rPr lang="en-US" sz="424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Believing everything AI says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44776">
            <a:off x="-3464785" y="-238327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9298">
            <a:off x="15995107" y="697027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866463" y="3827921"/>
            <a:ext cx="14555073" cy="4127310"/>
            <a:chOff x="0" y="0"/>
            <a:chExt cx="4497661" cy="12753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7661" cy="1275379"/>
            </a:xfrm>
            <a:custGeom>
              <a:avLst/>
              <a:gdLst/>
              <a:ahLst/>
              <a:cxnLst/>
              <a:rect r="r" b="b" t="t" l="l"/>
              <a:pathLst>
                <a:path h="1275379" w="4497661">
                  <a:moveTo>
                    <a:pt x="27127" y="0"/>
                  </a:moveTo>
                  <a:lnTo>
                    <a:pt x="4470534" y="0"/>
                  </a:lnTo>
                  <a:cubicBezTo>
                    <a:pt x="4485515" y="0"/>
                    <a:pt x="4497661" y="12145"/>
                    <a:pt x="4497661" y="27127"/>
                  </a:cubicBezTo>
                  <a:lnTo>
                    <a:pt x="4497661" y="1248252"/>
                  </a:lnTo>
                  <a:cubicBezTo>
                    <a:pt x="4497661" y="1263234"/>
                    <a:pt x="4485515" y="1275379"/>
                    <a:pt x="4470534" y="1275379"/>
                  </a:cubicBezTo>
                  <a:lnTo>
                    <a:pt x="27127" y="1275379"/>
                  </a:lnTo>
                  <a:cubicBezTo>
                    <a:pt x="19933" y="1275379"/>
                    <a:pt x="13033" y="1272521"/>
                    <a:pt x="7945" y="1267434"/>
                  </a:cubicBezTo>
                  <a:cubicBezTo>
                    <a:pt x="2858" y="1262347"/>
                    <a:pt x="0" y="1255447"/>
                    <a:pt x="0" y="1248252"/>
                  </a:cubicBezTo>
                  <a:lnTo>
                    <a:pt x="0" y="27127"/>
                  </a:lnTo>
                  <a:cubicBezTo>
                    <a:pt x="0" y="19933"/>
                    <a:pt x="2858" y="13033"/>
                    <a:pt x="7945" y="7945"/>
                  </a:cubicBezTo>
                  <a:cubicBezTo>
                    <a:pt x="13033" y="2858"/>
                    <a:pt x="19933" y="0"/>
                    <a:pt x="27127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497661" cy="1313479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803212" y="2119225"/>
            <a:ext cx="12681576" cy="2949798"/>
            <a:chOff x="0" y="0"/>
            <a:chExt cx="3918731" cy="9115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18731" cy="911516"/>
            </a:xfrm>
            <a:custGeom>
              <a:avLst/>
              <a:gdLst/>
              <a:ahLst/>
              <a:cxnLst/>
              <a:rect r="r" b="b" t="t" l="l"/>
              <a:pathLst>
                <a:path h="911516" w="3918731">
                  <a:moveTo>
                    <a:pt x="31135" y="0"/>
                  </a:moveTo>
                  <a:lnTo>
                    <a:pt x="3887596" y="0"/>
                  </a:lnTo>
                  <a:cubicBezTo>
                    <a:pt x="3895854" y="0"/>
                    <a:pt x="3903773" y="3280"/>
                    <a:pt x="3909612" y="9119"/>
                  </a:cubicBezTo>
                  <a:cubicBezTo>
                    <a:pt x="3915451" y="14958"/>
                    <a:pt x="3918731" y="22877"/>
                    <a:pt x="3918731" y="31135"/>
                  </a:cubicBezTo>
                  <a:lnTo>
                    <a:pt x="3918731" y="880382"/>
                  </a:lnTo>
                  <a:cubicBezTo>
                    <a:pt x="3918731" y="897577"/>
                    <a:pt x="3904792" y="911516"/>
                    <a:pt x="3887596" y="911516"/>
                  </a:cubicBezTo>
                  <a:lnTo>
                    <a:pt x="31135" y="911516"/>
                  </a:lnTo>
                  <a:cubicBezTo>
                    <a:pt x="13940" y="911516"/>
                    <a:pt x="0" y="897577"/>
                    <a:pt x="0" y="880382"/>
                  </a:cubicBezTo>
                  <a:lnTo>
                    <a:pt x="0" y="31135"/>
                  </a:lnTo>
                  <a:cubicBezTo>
                    <a:pt x="0" y="13940"/>
                    <a:pt x="13940" y="0"/>
                    <a:pt x="31135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18731" cy="949616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761742" y="5284791"/>
            <a:ext cx="12764517" cy="194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Sometimes AI can make mistakes, always make sure to double check!!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81539" y="2138571"/>
            <a:ext cx="11134303" cy="274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80"/>
              </a:lnSpc>
            </a:pPr>
            <a:r>
              <a:rPr lang="en-US" sz="7843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Always check if ai is correct or wrong!!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44776">
            <a:off x="-3464785" y="-238327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9298">
            <a:off x="15995107" y="697027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681539" y="3827921"/>
            <a:ext cx="11273451" cy="5632122"/>
            <a:chOff x="0" y="0"/>
            <a:chExt cx="3483607" cy="17403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3607" cy="1740381"/>
            </a:xfrm>
            <a:custGeom>
              <a:avLst/>
              <a:gdLst/>
              <a:ahLst/>
              <a:cxnLst/>
              <a:rect r="r" b="b" t="t" l="l"/>
              <a:pathLst>
                <a:path h="1740381" w="3483607">
                  <a:moveTo>
                    <a:pt x="35024" y="0"/>
                  </a:moveTo>
                  <a:lnTo>
                    <a:pt x="3448583" y="0"/>
                  </a:lnTo>
                  <a:cubicBezTo>
                    <a:pt x="3467926" y="0"/>
                    <a:pt x="3483607" y="15681"/>
                    <a:pt x="3483607" y="35024"/>
                  </a:cubicBezTo>
                  <a:lnTo>
                    <a:pt x="3483607" y="1705358"/>
                  </a:lnTo>
                  <a:cubicBezTo>
                    <a:pt x="3483607" y="1724701"/>
                    <a:pt x="3467926" y="1740381"/>
                    <a:pt x="3448583" y="1740381"/>
                  </a:cubicBezTo>
                  <a:lnTo>
                    <a:pt x="35024" y="1740381"/>
                  </a:lnTo>
                  <a:cubicBezTo>
                    <a:pt x="15681" y="1740381"/>
                    <a:pt x="0" y="1724701"/>
                    <a:pt x="0" y="1705358"/>
                  </a:cubicBezTo>
                  <a:lnTo>
                    <a:pt x="0" y="35024"/>
                  </a:lnTo>
                  <a:cubicBezTo>
                    <a:pt x="0" y="15681"/>
                    <a:pt x="15681" y="0"/>
                    <a:pt x="3502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83607" cy="1778481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13756" y="741061"/>
            <a:ext cx="11060489" cy="2572725"/>
            <a:chOff x="0" y="0"/>
            <a:chExt cx="3918731" cy="9115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18731" cy="911516"/>
            </a:xfrm>
            <a:custGeom>
              <a:avLst/>
              <a:gdLst/>
              <a:ahLst/>
              <a:cxnLst/>
              <a:rect r="r" b="b" t="t" l="l"/>
              <a:pathLst>
                <a:path h="911516" w="3918731">
                  <a:moveTo>
                    <a:pt x="35698" y="0"/>
                  </a:moveTo>
                  <a:lnTo>
                    <a:pt x="3883033" y="0"/>
                  </a:lnTo>
                  <a:cubicBezTo>
                    <a:pt x="3892501" y="0"/>
                    <a:pt x="3901581" y="3761"/>
                    <a:pt x="3908276" y="10456"/>
                  </a:cubicBezTo>
                  <a:cubicBezTo>
                    <a:pt x="3914970" y="17150"/>
                    <a:pt x="3918731" y="26230"/>
                    <a:pt x="3918731" y="35698"/>
                  </a:cubicBezTo>
                  <a:lnTo>
                    <a:pt x="3918731" y="875818"/>
                  </a:lnTo>
                  <a:cubicBezTo>
                    <a:pt x="3918731" y="895534"/>
                    <a:pt x="3902749" y="911516"/>
                    <a:pt x="3883033" y="911516"/>
                  </a:cubicBezTo>
                  <a:lnTo>
                    <a:pt x="35698" y="911516"/>
                  </a:lnTo>
                  <a:cubicBezTo>
                    <a:pt x="15983" y="911516"/>
                    <a:pt x="0" y="895534"/>
                    <a:pt x="0" y="875818"/>
                  </a:cubicBezTo>
                  <a:lnTo>
                    <a:pt x="0" y="35698"/>
                  </a:lnTo>
                  <a:cubicBezTo>
                    <a:pt x="0" y="26230"/>
                    <a:pt x="3761" y="17150"/>
                    <a:pt x="10456" y="10456"/>
                  </a:cubicBezTo>
                  <a:cubicBezTo>
                    <a:pt x="17150" y="3761"/>
                    <a:pt x="26230" y="0"/>
                    <a:pt x="35698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918731" cy="949616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282793" y="4119930"/>
            <a:ext cx="9808017" cy="462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439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Ask yourself:</a:t>
            </a:r>
          </a:p>
          <a:p>
            <a:pPr algn="l" marL="949480" indent="-474740" lvl="1">
              <a:lnSpc>
                <a:spcPts val="6156"/>
              </a:lnSpc>
              <a:buAutoNum type="arabicPeriod" startAt="1"/>
            </a:pPr>
            <a:r>
              <a:rPr lang="en-US" sz="439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Is it helping me learn, or doing my thinking for me?</a:t>
            </a:r>
          </a:p>
          <a:p>
            <a:pPr algn="l" marL="949480" indent="-474740" lvl="1">
              <a:lnSpc>
                <a:spcPts val="6156"/>
              </a:lnSpc>
              <a:buAutoNum type="arabicPeriod" startAt="1"/>
            </a:pPr>
            <a:r>
              <a:rPr lang="en-US" sz="439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Am I checking if it's true?</a:t>
            </a:r>
          </a:p>
          <a:p>
            <a:pPr algn="l" marL="949480" indent="-474740" lvl="1">
              <a:lnSpc>
                <a:spcPts val="6156"/>
              </a:lnSpc>
              <a:buAutoNum type="arabicPeriod" startAt="1"/>
            </a:pPr>
            <a:r>
              <a:rPr lang="en-US" sz="439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Am I keeping my personal info private?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9806" y="756285"/>
            <a:ext cx="9711005" cy="239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76"/>
              </a:lnSpc>
            </a:pPr>
            <a:r>
              <a:rPr lang="en-US" sz="684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How Do You Know If It's Good or Bad?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44776">
            <a:off x="-3464785" y="-238327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769298">
            <a:off x="15995107" y="6970274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3945" y="2013432"/>
            <a:ext cx="15340110" cy="6260136"/>
            <a:chOff x="0" y="0"/>
            <a:chExt cx="3483607" cy="14216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3607" cy="1421623"/>
            </a:xfrm>
            <a:custGeom>
              <a:avLst/>
              <a:gdLst/>
              <a:ahLst/>
              <a:cxnLst/>
              <a:rect r="r" b="b" t="t" l="l"/>
              <a:pathLst>
                <a:path h="1421623" w="3483607">
                  <a:moveTo>
                    <a:pt x="25739" y="0"/>
                  </a:moveTo>
                  <a:lnTo>
                    <a:pt x="3457868" y="0"/>
                  </a:lnTo>
                  <a:cubicBezTo>
                    <a:pt x="3472083" y="0"/>
                    <a:pt x="3483607" y="11524"/>
                    <a:pt x="3483607" y="25739"/>
                  </a:cubicBezTo>
                  <a:lnTo>
                    <a:pt x="3483607" y="1395884"/>
                  </a:lnTo>
                  <a:cubicBezTo>
                    <a:pt x="3483607" y="1410099"/>
                    <a:pt x="3472083" y="1421623"/>
                    <a:pt x="3457868" y="1421623"/>
                  </a:cubicBezTo>
                  <a:lnTo>
                    <a:pt x="25739" y="1421623"/>
                  </a:lnTo>
                  <a:cubicBezTo>
                    <a:pt x="11524" y="1421623"/>
                    <a:pt x="0" y="1410099"/>
                    <a:pt x="0" y="1395884"/>
                  </a:cubicBezTo>
                  <a:lnTo>
                    <a:pt x="0" y="25739"/>
                  </a:lnTo>
                  <a:cubicBezTo>
                    <a:pt x="0" y="11524"/>
                    <a:pt x="11524" y="0"/>
                    <a:pt x="25739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83607" cy="1459723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292089" y="2413125"/>
            <a:ext cx="13346052" cy="523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7"/>
              </a:lnSpc>
            </a:pPr>
            <a:r>
              <a:rPr lang="en-US" sz="598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Good AI use: helps you learn, and you check if it's true. </a:t>
            </a:r>
          </a:p>
          <a:p>
            <a:pPr algn="l">
              <a:lnSpc>
                <a:spcPts val="8377"/>
              </a:lnSpc>
            </a:pPr>
          </a:p>
          <a:p>
            <a:pPr algn="l">
              <a:lnSpc>
                <a:spcPts val="8377"/>
              </a:lnSpc>
            </a:pPr>
            <a:r>
              <a:rPr lang="en-US" sz="598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Bad AI use: replaces your thinking, or shares private info.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499313"/>
            <a:ext cx="4806043" cy="1738188"/>
            <a:chOff x="0" y="0"/>
            <a:chExt cx="1485114" cy="537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99393">
            <a:off x="-3464785" y="-257444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735908" y="1028700"/>
            <a:ext cx="8816184" cy="2482203"/>
            <a:chOff x="0" y="0"/>
            <a:chExt cx="2724287" cy="767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24287" cy="767025"/>
            </a:xfrm>
            <a:custGeom>
              <a:avLst/>
              <a:gdLst/>
              <a:ahLst/>
              <a:cxnLst/>
              <a:rect r="r" b="b" t="t" l="l"/>
              <a:pathLst>
                <a:path h="767025" w="2724287">
                  <a:moveTo>
                    <a:pt x="44786" y="0"/>
                  </a:moveTo>
                  <a:lnTo>
                    <a:pt x="2679502" y="0"/>
                  </a:lnTo>
                  <a:cubicBezTo>
                    <a:pt x="2704236" y="0"/>
                    <a:pt x="2724287" y="20051"/>
                    <a:pt x="2724287" y="44786"/>
                  </a:cubicBezTo>
                  <a:lnTo>
                    <a:pt x="2724287" y="722239"/>
                  </a:lnTo>
                  <a:cubicBezTo>
                    <a:pt x="2724287" y="746974"/>
                    <a:pt x="2704236" y="767025"/>
                    <a:pt x="2679502" y="767025"/>
                  </a:cubicBezTo>
                  <a:lnTo>
                    <a:pt x="44786" y="767025"/>
                  </a:lnTo>
                  <a:cubicBezTo>
                    <a:pt x="20051" y="767025"/>
                    <a:pt x="0" y="746974"/>
                    <a:pt x="0" y="722239"/>
                  </a:cubicBezTo>
                  <a:lnTo>
                    <a:pt x="0" y="44786"/>
                  </a:lnTo>
                  <a:cubicBezTo>
                    <a:pt x="0" y="20051"/>
                    <a:pt x="20051" y="0"/>
                    <a:pt x="44786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24287" cy="80512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69298">
            <a:off x="15935236" y="675996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740979" y="4499313"/>
            <a:ext cx="4806043" cy="1738188"/>
            <a:chOff x="0" y="0"/>
            <a:chExt cx="1485114" cy="5371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7520112"/>
            <a:ext cx="4806043" cy="1738188"/>
            <a:chOff x="0" y="0"/>
            <a:chExt cx="1485114" cy="537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40979" y="7511914"/>
            <a:ext cx="4806043" cy="1738188"/>
            <a:chOff x="0" y="0"/>
            <a:chExt cx="1485114" cy="5371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51896" y="4499313"/>
            <a:ext cx="4806043" cy="1738188"/>
            <a:chOff x="0" y="0"/>
            <a:chExt cx="1485114" cy="5371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938568">
            <a:off x="620484" y="529409"/>
            <a:ext cx="2857889" cy="2875863"/>
          </a:xfrm>
          <a:custGeom>
            <a:avLst/>
            <a:gdLst/>
            <a:ahLst/>
            <a:cxnLst/>
            <a:rect r="r" b="b" t="t" l="l"/>
            <a:pathLst>
              <a:path h="2875863" w="2857889">
                <a:moveTo>
                  <a:pt x="0" y="0"/>
                </a:moveTo>
                <a:lnTo>
                  <a:pt x="2857889" y="0"/>
                </a:lnTo>
                <a:lnTo>
                  <a:pt x="2857889" y="2875863"/>
                </a:lnTo>
                <a:lnTo>
                  <a:pt x="0" y="2875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38944" y="4695939"/>
            <a:ext cx="3854386" cy="132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85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Copying AI to do homework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044657" y="1088683"/>
            <a:ext cx="8388446" cy="209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Good or bad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37571" y="4695939"/>
            <a:ext cx="4012858" cy="127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6"/>
              </a:lnSpc>
            </a:pPr>
            <a:r>
              <a:rPr lang="en-US" sz="370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Giving private information to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599" y="7548540"/>
            <a:ext cx="4192245" cy="161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6"/>
              </a:lnSpc>
            </a:pPr>
            <a:r>
              <a:rPr lang="en-US" sz="3075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Trusting facts from AI without double checking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40979" y="7755838"/>
            <a:ext cx="4806043" cy="116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1"/>
              </a:lnSpc>
            </a:pPr>
            <a:r>
              <a:rPr lang="en-US" sz="3365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Learning by letting AI explain concepts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77577" y="4664639"/>
            <a:ext cx="4891431" cy="1293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1"/>
              </a:lnSpc>
            </a:pPr>
            <a:r>
              <a:rPr lang="en-US" sz="3722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Researching a topic to write an essay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499313"/>
            <a:ext cx="4806043" cy="1738188"/>
            <a:chOff x="0" y="0"/>
            <a:chExt cx="1485114" cy="537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078662">
            <a:off x="16240667" y="-2153823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99393">
            <a:off x="-3464785" y="-257444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553250" y="1028700"/>
            <a:ext cx="9842323" cy="2482203"/>
            <a:chOff x="0" y="0"/>
            <a:chExt cx="3041374" cy="767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1374" cy="767025"/>
            </a:xfrm>
            <a:custGeom>
              <a:avLst/>
              <a:gdLst/>
              <a:ahLst/>
              <a:cxnLst/>
              <a:rect r="r" b="b" t="t" l="l"/>
              <a:pathLst>
                <a:path h="767025" w="3041374">
                  <a:moveTo>
                    <a:pt x="40116" y="0"/>
                  </a:moveTo>
                  <a:lnTo>
                    <a:pt x="3001258" y="0"/>
                  </a:lnTo>
                  <a:cubicBezTo>
                    <a:pt x="3023414" y="0"/>
                    <a:pt x="3041374" y="17961"/>
                    <a:pt x="3041374" y="40116"/>
                  </a:cubicBezTo>
                  <a:lnTo>
                    <a:pt x="3041374" y="726909"/>
                  </a:lnTo>
                  <a:cubicBezTo>
                    <a:pt x="3041374" y="749064"/>
                    <a:pt x="3023414" y="767025"/>
                    <a:pt x="3001258" y="767025"/>
                  </a:cubicBezTo>
                  <a:lnTo>
                    <a:pt x="40116" y="767025"/>
                  </a:lnTo>
                  <a:cubicBezTo>
                    <a:pt x="17961" y="767025"/>
                    <a:pt x="0" y="749064"/>
                    <a:pt x="0" y="726909"/>
                  </a:cubicBezTo>
                  <a:lnTo>
                    <a:pt x="0" y="40116"/>
                  </a:lnTo>
                  <a:cubicBezTo>
                    <a:pt x="0" y="17961"/>
                    <a:pt x="17961" y="0"/>
                    <a:pt x="40116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041374" cy="80512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50964" y="842849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69298">
            <a:off x="15935236" y="675996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740979" y="4499313"/>
            <a:ext cx="4806043" cy="1738188"/>
            <a:chOff x="0" y="0"/>
            <a:chExt cx="1485114" cy="5371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7520112"/>
            <a:ext cx="4806043" cy="1738188"/>
            <a:chOff x="0" y="0"/>
            <a:chExt cx="1485114" cy="5371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40298" y="7460976"/>
            <a:ext cx="4806043" cy="1738188"/>
            <a:chOff x="0" y="0"/>
            <a:chExt cx="1485114" cy="5371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51896" y="4499313"/>
            <a:ext cx="4806043" cy="1738188"/>
            <a:chOff x="0" y="0"/>
            <a:chExt cx="1485114" cy="5371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85114" cy="537117"/>
            </a:xfrm>
            <a:custGeom>
              <a:avLst/>
              <a:gdLst/>
              <a:ahLst/>
              <a:cxnLst/>
              <a:rect r="r" b="b" t="t" l="l"/>
              <a:pathLst>
                <a:path h="537117" w="1485114">
                  <a:moveTo>
                    <a:pt x="82154" y="0"/>
                  </a:moveTo>
                  <a:lnTo>
                    <a:pt x="1402960" y="0"/>
                  </a:lnTo>
                  <a:cubicBezTo>
                    <a:pt x="1424749" y="0"/>
                    <a:pt x="1445645" y="8656"/>
                    <a:pt x="1461052" y="24062"/>
                  </a:cubicBezTo>
                  <a:cubicBezTo>
                    <a:pt x="1476459" y="39469"/>
                    <a:pt x="1485114" y="60366"/>
                    <a:pt x="1485114" y="82154"/>
                  </a:cubicBezTo>
                  <a:lnTo>
                    <a:pt x="1485114" y="454963"/>
                  </a:lnTo>
                  <a:cubicBezTo>
                    <a:pt x="1485114" y="476752"/>
                    <a:pt x="1476459" y="497648"/>
                    <a:pt x="1461052" y="513055"/>
                  </a:cubicBezTo>
                  <a:cubicBezTo>
                    <a:pt x="1445645" y="528462"/>
                    <a:pt x="1424749" y="537117"/>
                    <a:pt x="1402960" y="537117"/>
                  </a:cubicBezTo>
                  <a:lnTo>
                    <a:pt x="82154" y="537117"/>
                  </a:lnTo>
                  <a:cubicBezTo>
                    <a:pt x="60366" y="537117"/>
                    <a:pt x="39469" y="528462"/>
                    <a:pt x="24062" y="513055"/>
                  </a:cubicBezTo>
                  <a:cubicBezTo>
                    <a:pt x="8656" y="497648"/>
                    <a:pt x="0" y="476752"/>
                    <a:pt x="0" y="454963"/>
                  </a:cubicBezTo>
                  <a:lnTo>
                    <a:pt x="0" y="82154"/>
                  </a:lnTo>
                  <a:cubicBezTo>
                    <a:pt x="0" y="60366"/>
                    <a:pt x="8656" y="39469"/>
                    <a:pt x="24062" y="24062"/>
                  </a:cubicBezTo>
                  <a:cubicBezTo>
                    <a:pt x="39469" y="8656"/>
                    <a:pt x="60366" y="0"/>
                    <a:pt x="82154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85114" cy="575217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938568">
            <a:off x="620484" y="529409"/>
            <a:ext cx="2857889" cy="2875863"/>
          </a:xfrm>
          <a:custGeom>
            <a:avLst/>
            <a:gdLst/>
            <a:ahLst/>
            <a:cxnLst/>
            <a:rect r="r" b="b" t="t" l="l"/>
            <a:pathLst>
              <a:path h="2875863" w="2857889">
                <a:moveTo>
                  <a:pt x="0" y="0"/>
                </a:moveTo>
                <a:lnTo>
                  <a:pt x="2857889" y="0"/>
                </a:lnTo>
                <a:lnTo>
                  <a:pt x="2857889" y="2875863"/>
                </a:lnTo>
                <a:lnTo>
                  <a:pt x="0" y="28758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-1776803" y="4246468"/>
            <a:ext cx="10417048" cy="177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4"/>
              </a:lnSpc>
            </a:pPr>
            <a:r>
              <a:rPr lang="en-US" sz="10424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61999" y="1088683"/>
            <a:ext cx="934489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Answer check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998003" y="4404864"/>
            <a:ext cx="10290634" cy="1613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00"/>
              </a:lnSpc>
            </a:pPr>
            <a:r>
              <a:rPr lang="en-US" sz="950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2732748" y="7466945"/>
            <a:ext cx="12328940" cy="154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64"/>
              </a:lnSpc>
            </a:pPr>
            <a:r>
              <a:rPr lang="en-US" sz="9046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BAD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47014" y="7380501"/>
            <a:ext cx="12592611" cy="1501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45"/>
              </a:lnSpc>
            </a:pPr>
            <a:r>
              <a:rPr lang="en-US" sz="8817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GOOD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99469" y="4395339"/>
            <a:ext cx="13310898" cy="1718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82"/>
              </a:lnSpc>
            </a:pPr>
            <a:r>
              <a:rPr lang="en-US" sz="10130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GOOD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6463" y="3886290"/>
            <a:ext cx="14555073" cy="3755522"/>
            <a:chOff x="0" y="0"/>
            <a:chExt cx="4497661" cy="11604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7661" cy="1160493"/>
            </a:xfrm>
            <a:custGeom>
              <a:avLst/>
              <a:gdLst/>
              <a:ahLst/>
              <a:cxnLst/>
              <a:rect r="r" b="b" t="t" l="l"/>
              <a:pathLst>
                <a:path h="1160493" w="4497661">
                  <a:moveTo>
                    <a:pt x="27127" y="0"/>
                  </a:moveTo>
                  <a:lnTo>
                    <a:pt x="4470534" y="0"/>
                  </a:lnTo>
                  <a:cubicBezTo>
                    <a:pt x="4485515" y="0"/>
                    <a:pt x="4497661" y="12145"/>
                    <a:pt x="4497661" y="27127"/>
                  </a:cubicBezTo>
                  <a:lnTo>
                    <a:pt x="4497661" y="1133366"/>
                  </a:lnTo>
                  <a:cubicBezTo>
                    <a:pt x="4497661" y="1140561"/>
                    <a:pt x="4494803" y="1147460"/>
                    <a:pt x="4489715" y="1152548"/>
                  </a:cubicBezTo>
                  <a:cubicBezTo>
                    <a:pt x="4484628" y="1157635"/>
                    <a:pt x="4477728" y="1160493"/>
                    <a:pt x="4470534" y="1160493"/>
                  </a:cubicBezTo>
                  <a:lnTo>
                    <a:pt x="27127" y="1160493"/>
                  </a:lnTo>
                  <a:cubicBezTo>
                    <a:pt x="12145" y="1160493"/>
                    <a:pt x="0" y="1148348"/>
                    <a:pt x="0" y="1133366"/>
                  </a:cubicBezTo>
                  <a:lnTo>
                    <a:pt x="0" y="27127"/>
                  </a:lnTo>
                  <a:cubicBezTo>
                    <a:pt x="0" y="19933"/>
                    <a:pt x="2858" y="13033"/>
                    <a:pt x="7945" y="7945"/>
                  </a:cubicBezTo>
                  <a:cubicBezTo>
                    <a:pt x="13033" y="2858"/>
                    <a:pt x="19933" y="0"/>
                    <a:pt x="27127" y="0"/>
                  </a:cubicBezTo>
                  <a:close/>
                </a:path>
              </a:pathLst>
            </a:custGeom>
            <a:solidFill>
              <a:srgbClr val="7E94B7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97661" cy="1198593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3078662">
            <a:off x="16215090" y="-2102668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644776">
            <a:off x="-3490362" y="-2332117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03212" y="2645188"/>
            <a:ext cx="12681576" cy="2482203"/>
            <a:chOff x="0" y="0"/>
            <a:chExt cx="3918731" cy="7670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18731" cy="767025"/>
            </a:xfrm>
            <a:custGeom>
              <a:avLst/>
              <a:gdLst/>
              <a:ahLst/>
              <a:cxnLst/>
              <a:rect r="r" b="b" t="t" l="l"/>
              <a:pathLst>
                <a:path h="767025" w="3918731">
                  <a:moveTo>
                    <a:pt x="31135" y="0"/>
                  </a:moveTo>
                  <a:lnTo>
                    <a:pt x="3887596" y="0"/>
                  </a:lnTo>
                  <a:cubicBezTo>
                    <a:pt x="3895854" y="0"/>
                    <a:pt x="3903773" y="3280"/>
                    <a:pt x="3909612" y="9119"/>
                  </a:cubicBezTo>
                  <a:cubicBezTo>
                    <a:pt x="3915451" y="14958"/>
                    <a:pt x="3918731" y="22877"/>
                    <a:pt x="3918731" y="31135"/>
                  </a:cubicBezTo>
                  <a:lnTo>
                    <a:pt x="3918731" y="735890"/>
                  </a:lnTo>
                  <a:cubicBezTo>
                    <a:pt x="3918731" y="753086"/>
                    <a:pt x="3904792" y="767025"/>
                    <a:pt x="3887596" y="767025"/>
                  </a:cubicBezTo>
                  <a:lnTo>
                    <a:pt x="31135" y="767025"/>
                  </a:lnTo>
                  <a:cubicBezTo>
                    <a:pt x="13940" y="767025"/>
                    <a:pt x="0" y="753086"/>
                    <a:pt x="0" y="735890"/>
                  </a:cubicBezTo>
                  <a:lnTo>
                    <a:pt x="0" y="31135"/>
                  </a:lnTo>
                  <a:cubicBezTo>
                    <a:pt x="0" y="13940"/>
                    <a:pt x="13940" y="0"/>
                    <a:pt x="31135" y="0"/>
                  </a:cubicBezTo>
                  <a:close/>
                </a:path>
              </a:pathLst>
            </a:custGeom>
            <a:solidFill>
              <a:srgbClr val="ED9D9D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918731" cy="805125"/>
            </a:xfrm>
            <a:prstGeom prst="rect">
              <a:avLst/>
            </a:prstGeom>
          </p:spPr>
          <p:txBody>
            <a:bodyPr anchor="ctr" rtlCol="false" tIns="43298" lIns="43298" bIns="43298" rIns="43298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76542" y="8479652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9" y="0"/>
                </a:lnTo>
                <a:lnTo>
                  <a:pt x="6159329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769298">
            <a:off x="15950480" y="7021429"/>
            <a:ext cx="6159329" cy="5789769"/>
          </a:xfrm>
          <a:custGeom>
            <a:avLst/>
            <a:gdLst/>
            <a:ahLst/>
            <a:cxnLst/>
            <a:rect r="r" b="b" t="t" l="l"/>
            <a:pathLst>
              <a:path h="5789769" w="6159329">
                <a:moveTo>
                  <a:pt x="0" y="0"/>
                </a:moveTo>
                <a:lnTo>
                  <a:pt x="6159328" y="0"/>
                </a:lnTo>
                <a:lnTo>
                  <a:pt x="6159328" y="5789769"/>
                </a:lnTo>
                <a:lnTo>
                  <a:pt x="0" y="578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006205" y="5668801"/>
            <a:ext cx="12326745" cy="8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02"/>
              </a:lnSpc>
            </a:pPr>
            <a:r>
              <a:rPr lang="en-US" sz="5073">
                <a:solidFill>
                  <a:srgbClr val="000000"/>
                </a:solidFill>
                <a:latin typeface="Playpen Sans"/>
                <a:ea typeface="Playpen Sans"/>
                <a:cs typeface="Playpen Sans"/>
                <a:sym typeface="Playpen Sans"/>
              </a:rPr>
              <a:t>Share one rule on using AI responsibly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1058" y="2778167"/>
            <a:ext cx="13477039" cy="188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60"/>
              </a:lnSpc>
            </a:pPr>
            <a:r>
              <a:rPr lang="en-US" sz="10900">
                <a:solidFill>
                  <a:srgbClr val="FFFFFF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REFLECTION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DAHPcqkJ0Xc</dc:identifier>
  <dcterms:modified xsi:type="dcterms:W3CDTF">2011-08-01T06:04:30Z</dcterms:modified>
  <cp:revision>1</cp:revision>
  <dc:title>Lesson 4: Using AI Responsibly</dc:title>
</cp:coreProperties>
</file>